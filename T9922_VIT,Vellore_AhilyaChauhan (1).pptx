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84f24d4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884f24d4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884f24d4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884f24d4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884f24d4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884f24d4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884f24d4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884f24d4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884f24d4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884f24d4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D9D2E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198450"/>
            <a:ext cx="8520600" cy="147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TenderBid AI </a:t>
            </a:r>
            <a:endParaRPr b="1"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74EA7"/>
                </a:solidFill>
              </a:rPr>
              <a:t>AI Powered Bid/No-Bid Decision Platform</a:t>
            </a:r>
            <a:r>
              <a:rPr lang="en" sz="5100">
                <a:solidFill>
                  <a:srgbClr val="674EA7"/>
                </a:solidFill>
              </a:rPr>
              <a:t> </a:t>
            </a:r>
            <a:endParaRPr sz="5100">
              <a:solidFill>
                <a:srgbClr val="674EA7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657200" y="4083325"/>
            <a:ext cx="23814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Ahilya Chauhan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VIT,Vellore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17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0769"/>
              <a:buFont typeface="Arial"/>
              <a:buNone/>
            </a:pPr>
            <a:r>
              <a:rPr b="1" lang="en" sz="2167">
                <a:solidFill>
                  <a:srgbClr val="674EA7"/>
                </a:solidFill>
              </a:rPr>
              <a:t>Problem Statement</a:t>
            </a:r>
            <a:endParaRPr b="1" sz="2167">
              <a:solidFill>
                <a:srgbClr val="674EA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941"/>
              <a:buFont typeface="Arial"/>
              <a:buNone/>
            </a:pPr>
            <a:r>
              <a:rPr lang="en" sz="2078"/>
              <a:t>Develop an AI-driven platform to analyze tender documents, evaluate key requirements and risks, and provide an evidence-based </a:t>
            </a:r>
            <a:r>
              <a:rPr b="1" lang="en" sz="2078"/>
              <a:t>Bid/No-Bid recommendation</a:t>
            </a:r>
            <a:r>
              <a:rPr lang="en" sz="2078"/>
              <a:t>. </a:t>
            </a:r>
            <a:endParaRPr sz="294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51400" y="2187125"/>
            <a:ext cx="8733600" cy="23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674EA7"/>
                </a:solidFill>
              </a:rPr>
              <a:t>Objectives</a:t>
            </a:r>
            <a:endParaRPr b="1" sz="1900">
              <a:solidFill>
                <a:srgbClr val="674EA7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Extract key tender requirements.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Identify eligibility criteria.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Analyze key risks.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Compare requirements with capabilities.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Provide an evidence-based </a:t>
            </a:r>
            <a:r>
              <a:rPr b="1" lang="en">
                <a:solidFill>
                  <a:schemeClr val="dk1"/>
                </a:solidFill>
              </a:rPr>
              <a:t>Bid/No-Bid</a:t>
            </a:r>
            <a:r>
              <a:rPr lang="en">
                <a:solidFill>
                  <a:schemeClr val="dk1"/>
                </a:solidFill>
              </a:rPr>
              <a:t> recommendation.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3922800" cy="18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7558"/>
              <a:buFont typeface="Arial"/>
              <a:buNone/>
            </a:pPr>
            <a:r>
              <a:rPr b="1" lang="en" sz="1911">
                <a:solidFill>
                  <a:srgbClr val="674EA7"/>
                </a:solidFill>
              </a:rPr>
              <a:t>D</a:t>
            </a:r>
            <a:r>
              <a:rPr b="1" lang="en" sz="2022">
                <a:solidFill>
                  <a:srgbClr val="674EA7"/>
                </a:solidFill>
              </a:rPr>
              <a:t>ataset</a:t>
            </a:r>
            <a:endParaRPr b="1" sz="2022">
              <a:solidFill>
                <a:srgbClr val="674EA7"/>
              </a:solidFill>
            </a:endParaRPr>
          </a:p>
          <a:p>
            <a:pPr indent="-34417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022"/>
              <a:t>Public Tender/RFP PDFs</a:t>
            </a:r>
            <a:endParaRPr sz="2022"/>
          </a:p>
          <a:p>
            <a:pPr indent="-3441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22"/>
              <a:t>Procurement documents</a:t>
            </a:r>
            <a:endParaRPr sz="2022"/>
          </a:p>
          <a:p>
            <a:pPr indent="-3441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22"/>
              <a:t>Synthetic company capability data</a:t>
            </a:r>
            <a:endParaRPr sz="202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2571750"/>
            <a:ext cx="8520600" cy="19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7288"/>
              <a:buFont typeface="Arial"/>
              <a:buNone/>
            </a:pPr>
            <a:r>
              <a:rPr b="1" lang="en" sz="2950">
                <a:solidFill>
                  <a:srgbClr val="674EA7"/>
                </a:solidFill>
              </a:rPr>
              <a:t>Expected Outcome</a:t>
            </a:r>
            <a:endParaRPr b="1" sz="2950">
              <a:solidFill>
                <a:srgbClr val="674EA7"/>
              </a:solidFill>
            </a:endParaRPr>
          </a:p>
          <a:p>
            <a:pPr indent="-34567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950">
                <a:solidFill>
                  <a:schemeClr val="dk1"/>
                </a:solidFill>
              </a:rPr>
              <a:t>Key requirement extraction</a:t>
            </a:r>
            <a:endParaRPr sz="2950">
              <a:solidFill>
                <a:schemeClr val="dk1"/>
              </a:solidFill>
            </a:endParaRPr>
          </a:p>
          <a:p>
            <a:pPr indent="-34567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950">
                <a:solidFill>
                  <a:schemeClr val="dk1"/>
                </a:solidFill>
              </a:rPr>
              <a:t>Risk identification</a:t>
            </a:r>
            <a:endParaRPr sz="2950">
              <a:solidFill>
                <a:schemeClr val="dk1"/>
              </a:solidFill>
            </a:endParaRPr>
          </a:p>
          <a:p>
            <a:pPr indent="-34567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950">
                <a:solidFill>
                  <a:schemeClr val="dk1"/>
                </a:solidFill>
              </a:rPr>
              <a:t>Evidence-based BID/NO-BID decision</a:t>
            </a:r>
            <a:endParaRPr sz="2950">
              <a:solidFill>
                <a:schemeClr val="dk1"/>
              </a:solidFill>
            </a:endParaRPr>
          </a:p>
          <a:p>
            <a:pPr indent="-34567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950">
                <a:solidFill>
                  <a:schemeClr val="dk1"/>
                </a:solidFill>
              </a:rPr>
              <a:t>Interactive decision dashboard</a:t>
            </a:r>
            <a:endParaRPr sz="29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4499650" y="445025"/>
            <a:ext cx="4332600" cy="15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674EA7"/>
                </a:solidFill>
              </a:rPr>
              <a:t>Key Technologies</a:t>
            </a:r>
            <a:endParaRPr b="1" sz="1800">
              <a:solidFill>
                <a:srgbClr val="674EA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LLM | Hybrid RAG | Multi-Agent AI | LangGraph | FastAPI | PostgreSQL | Docker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1053775"/>
            <a:ext cx="8520600" cy="16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5870"/>
              <a:buFont typeface="Arial"/>
              <a:buNone/>
            </a:pPr>
            <a:r>
              <a:rPr b="1" lang="en" sz="3067"/>
              <a:t>                            FactoryCAPA</a:t>
            </a:r>
            <a:endParaRPr b="1" sz="3067"/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4595"/>
              <a:buFont typeface="Arial"/>
              <a:buNone/>
            </a:pPr>
            <a:r>
              <a:rPr lang="en" sz="2467">
                <a:solidFill>
                  <a:srgbClr val="674EA7"/>
                </a:solidFill>
              </a:rPr>
              <a:t>AI-Powered Manufacturing Quality Root-Cause &amp; Corrective Action Platform</a:t>
            </a:r>
            <a:endParaRPr sz="2467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6657200" y="4083325"/>
            <a:ext cx="23814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Ahilya Chauhan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VIT,Vellore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643850"/>
            <a:ext cx="8520600" cy="12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74EA7"/>
                </a:solidFill>
              </a:rPr>
              <a:t>Problem Statement</a:t>
            </a:r>
            <a:endParaRPr b="1" sz="1800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Develop an AI-powered platform to detect product defects, analyze probable contributing factors, and assist quality teams in generating Corrective and Preventive Actions (CAPA). </a:t>
            </a:r>
            <a:endParaRPr sz="18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2114800"/>
            <a:ext cx="8520600" cy="24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674EA7"/>
                </a:solidFill>
              </a:rPr>
              <a:t>Objectives</a:t>
            </a:r>
            <a:endParaRPr b="1">
              <a:solidFill>
                <a:srgbClr val="674EA7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Detect defects using Computer Vision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Analyze production and batch data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Identify probable contributing factors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Generate AI-assisted CAPA recommendations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643850"/>
            <a:ext cx="42603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4396"/>
              <a:buFont typeface="Arial"/>
              <a:buNone/>
            </a:pPr>
            <a:r>
              <a:rPr b="1" lang="en" sz="2022">
                <a:solidFill>
                  <a:srgbClr val="674EA7"/>
                </a:solidFill>
              </a:rPr>
              <a:t>Dataset</a:t>
            </a:r>
            <a:endParaRPr b="1" sz="2022">
              <a:solidFill>
                <a:srgbClr val="674EA7"/>
              </a:solidFill>
            </a:endParaRPr>
          </a:p>
          <a:p>
            <a:pPr indent="-33782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911"/>
              <a:t>MVTec AD industrial defect images</a:t>
            </a:r>
            <a:endParaRPr sz="1911"/>
          </a:p>
          <a:p>
            <a:pPr indent="-3378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11"/>
              <a:t>Public manufacturing quality datasets</a:t>
            </a:r>
            <a:endParaRPr sz="1911"/>
          </a:p>
          <a:p>
            <a:pPr indent="-3378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11"/>
              <a:t>Synthetic batch and production data</a:t>
            </a:r>
            <a:endParaRPr sz="191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2571750"/>
            <a:ext cx="85206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674EA7"/>
                </a:solidFill>
              </a:rPr>
              <a:t>Expected Outcome</a:t>
            </a:r>
            <a:endParaRPr b="1">
              <a:solidFill>
                <a:srgbClr val="674EA7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Automated defect detection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Probable factor analysis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Explainable quality insights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AI-assisted CAPA recommendations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4825200" y="643850"/>
            <a:ext cx="4171800" cy="14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674EA7"/>
                </a:solidFill>
              </a:rPr>
              <a:t>Key Technologies</a:t>
            </a:r>
            <a:endParaRPr b="1" sz="1800">
              <a:solidFill>
                <a:srgbClr val="674EA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Python | PyTorch | OpenCV | XGBoost | SHAP | LLM | RAG | FastAPI | PostgreSQL | Docker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